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e Carles" userId="1f69098ab63b550a" providerId="LiveId" clId="{CD79FD49-EE76-4D6B-9CA8-7E83F69BAD59}"/>
    <pc:docChg chg="modSld">
      <pc:chgData name="Jesse Carles" userId="1f69098ab63b550a" providerId="LiveId" clId="{CD79FD49-EE76-4D6B-9CA8-7E83F69BAD59}" dt="2026-04-15T13:10:09.324" v="26"/>
      <pc:docMkLst>
        <pc:docMk/>
      </pc:docMkLst>
      <pc:sldChg chg="modSp mod">
        <pc:chgData name="Jesse Carles" userId="1f69098ab63b550a" providerId="LiveId" clId="{CD79FD49-EE76-4D6B-9CA8-7E83F69BAD59}" dt="2026-04-15T13:10:09.324" v="26"/>
        <pc:sldMkLst>
          <pc:docMk/>
          <pc:sldMk cId="3351776995" sldId="256"/>
        </pc:sldMkLst>
        <pc:spChg chg="mod">
          <ac:chgData name="Jesse Carles" userId="1f69098ab63b550a" providerId="LiveId" clId="{CD79FD49-EE76-4D6B-9CA8-7E83F69BAD59}" dt="2026-04-15T13:10:09.324" v="26"/>
          <ac:spMkLst>
            <pc:docMk/>
            <pc:sldMk cId="3351776995" sldId="256"/>
            <ac:spMk id="2" creationId="{2B509ACD-4C6D-E83A-6845-C5EDF9D6E1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8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53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3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1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5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0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8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7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2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6472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70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5948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01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4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9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F7060-0B82-43A3-9F2C-C16CB65E5FB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ADFFBC0-1F04-4681-938A-D1E967B1E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78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crumguide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9ACD-4C6D-E83A-6845-C5EDF9D6E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9433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Scrum-Agile vs. Waterfall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1D946-F970-C92C-35B6-C0DD84205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Jesse Carles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 250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4/15/2026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7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D752-DE04-C4F2-F574-8B0684C7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Scrum-Agile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5FA23-56C2-FA61-A702-D7920201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2191" y="1821208"/>
            <a:ext cx="8698948" cy="4351338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Master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the team organized</a:t>
            </a:r>
            <a:b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obstacles that slow progress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and prioritizes user stories</a:t>
            </a:r>
            <a:b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customer needs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and tests the product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 assigned tasks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4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9FDC-B9B7-9BA0-8D15-79C1FD62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493B-EA6F-A432-4ED4-6F6640C77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738" y="1454563"/>
            <a:ext cx="9388061" cy="475628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goals and requirements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features in small steps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continuously throughout development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the product to users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issues and improve the product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53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B5DF-297A-0941-51E7-6B47F66C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vs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AEF19-1DFD-579F-C433-4F32455FA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process with fixed steps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make changes once started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happens at the end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iterative process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adapt to changes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happens throughout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3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01E8-5864-32CE-87F5-DC6F1583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or Agile?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C099-C3D9-46B7-92B8-7B16743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when requirements change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continuous feedback and improvement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when requirements are clearly defined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predictable projects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SNHU Travel Project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was the better choice due to flexibility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changes and improvements throughout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8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8B94-846E-FA9D-7444-42236B40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09ED4-C0C2-6018-2DE9-3B0255A9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Management Institute. (2021). </a:t>
            </a:r>
            <a:r>
              <a:rPr 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guide to the project management body of knowledge (PMBOK guide)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(7th ed.).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Schwaber, K., &amp; Sutherland, J. (2020). </a:t>
            </a:r>
            <a:r>
              <a:rPr 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Scrum guide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2"/>
              </a:rPr>
              <a:t>https://scrumguides.org</a:t>
            </a:r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Pressman, R. S., &amp; Maxim, B. R. (2020). </a:t>
            </a:r>
            <a:r>
              <a:rPr 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Software engineering: A practitioner’s approach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(9th ed.).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VersionOne. (2021). </a:t>
            </a:r>
            <a:r>
              <a:rPr 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15th State of Agile report</a:t>
            </a:r>
            <a:r>
              <a:rPr lang="en-U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https://stateofagile.com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9674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278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Wisp</vt:lpstr>
      <vt:lpstr>Scrum-Agile vs. Waterfall Development</vt:lpstr>
      <vt:lpstr>Scrum-Agile Team Roles</vt:lpstr>
      <vt:lpstr>Agile Software Development Life Cycle</vt:lpstr>
      <vt:lpstr>Waterfall vs Agile</vt:lpstr>
      <vt:lpstr>Waterfall or Agile?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Carles</dc:creator>
  <cp:lastModifiedBy>Jesse Carles</cp:lastModifiedBy>
  <cp:revision>1</cp:revision>
  <dcterms:created xsi:type="dcterms:W3CDTF">2026-04-15T12:45:44Z</dcterms:created>
  <dcterms:modified xsi:type="dcterms:W3CDTF">2026-04-15T13:10:19Z</dcterms:modified>
</cp:coreProperties>
</file>